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7" r:id="rId2"/>
    <p:sldId id="268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FFF033"/>
    <a:srgbClr val="FFFFFF"/>
    <a:srgbClr val="9751CB"/>
    <a:srgbClr val="EA8A16"/>
    <a:srgbClr val="0066FE"/>
    <a:srgbClr val="7CAFDE"/>
    <a:srgbClr val="3886CC"/>
    <a:srgbClr val="66A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496" autoAdjust="0"/>
  </p:normalViewPr>
  <p:slideViewPr>
    <p:cSldViewPr snapToGrid="0">
      <p:cViewPr varScale="1">
        <p:scale>
          <a:sx n="82" d="100"/>
          <a:sy n="82" d="100"/>
        </p:scale>
        <p:origin x="32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>
                <a:ea typeface="標楷體" panose="03000509000000000000" pitchFamily="65" charset="-120"/>
              </a:rPr>
              <a:t>2025/11/19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>
                <a:ea typeface="標楷體" panose="03000509000000000000" pitchFamily="65" charset="-120"/>
              </a:rPr>
              <a:t>‹#›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2CB905C5-9D54-40E2-B40C-7996280CAB02}" type="datetimeFigureOut">
              <a:rPr lang="zh-TW" altLang="en-US" smtClean="0"/>
              <a:pPr/>
              <a:t>2025/11/19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EF8A6B0B-A5FB-4629-B823-69B1A9EB3A4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710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A378B30B-4458-4F5F-A010-843A622DFCA2}"/>
              </a:ext>
            </a:extLst>
          </p:cNvPr>
          <p:cNvSpPr txBox="1">
            <a:spLocks/>
          </p:cNvSpPr>
          <p:nvPr/>
        </p:nvSpPr>
        <p:spPr>
          <a:xfrm>
            <a:off x="838199" y="1201850"/>
            <a:ext cx="13608000" cy="5037776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144000" indent="-1440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6858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r>
              <a:rPr lang="en-US" altLang="zh-TW" b="1" dirty="0"/>
              <a:t> 			</a:t>
            </a:r>
            <a:r>
              <a:rPr lang="en-US" altLang="zh-TW" dirty="0"/>
              <a:t> 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</a:p>
          <a:p>
            <a:pPr marL="0" indent="0">
              <a:buNone/>
            </a:pPr>
            <a:r>
              <a:rPr lang="en-US" altLang="zh-TW" dirty="0"/>
              <a:t>		</a:t>
            </a:r>
          </a:p>
          <a:p>
            <a:pPr marL="0" indent="0">
              <a:buNone/>
            </a:pPr>
            <a:r>
              <a:rPr lang="en-US" altLang="zh-TW" b="1" dirty="0"/>
              <a:t>	</a:t>
            </a:r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r>
              <a:rPr lang="en-US" altLang="zh-TW" b="1" dirty="0"/>
              <a:t>	</a:t>
            </a:r>
          </a:p>
          <a:p>
            <a:pPr marL="0" indent="0">
              <a:buNone/>
            </a:pPr>
            <a:r>
              <a:rPr lang="en-US" altLang="zh-TW" b="1" dirty="0"/>
              <a:t>	</a:t>
            </a:r>
            <a:endParaRPr lang="en-US" altLang="zh-TW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91AD5D10-4812-7A4F-0F04-AD532FC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55387"/>
            <a:ext cx="10515600" cy="2676654"/>
          </a:xfrm>
        </p:spPr>
        <p:txBody>
          <a:bodyPr>
            <a:normAutofit/>
          </a:bodyPr>
          <a:lstStyle/>
          <a:p>
            <a:r>
              <a:rPr lang="zh-TW" altLang="en-US" dirty="0"/>
              <a:t>機器學習</a:t>
            </a:r>
            <a:br>
              <a:rPr lang="en-US" altLang="zh-TW" dirty="0"/>
            </a:br>
            <a:r>
              <a:rPr lang="zh-TW" altLang="en-US" dirty="0"/>
              <a:t>乒乓球遊戲、打方塊</a:t>
            </a: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B3283E55-3D6E-4A24-8648-1493337CF922}"/>
              </a:ext>
            </a:extLst>
          </p:cNvPr>
          <p:cNvSpPr>
            <a:spLocks noGrp="1"/>
          </p:cNvSpPr>
          <p:nvPr/>
        </p:nvSpPr>
        <p:spPr>
          <a:xfrm>
            <a:off x="838199" y="4570730"/>
            <a:ext cx="10515600" cy="166889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組員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陳冠華 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339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D5CAB97-1667-1B45-2B8A-FB2AE127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902"/>
            <a:ext cx="10515600" cy="720000"/>
          </a:xfrm>
        </p:spPr>
        <p:txBody>
          <a:bodyPr>
            <a:normAutofit/>
          </a:bodyPr>
          <a:lstStyle/>
          <a:p>
            <a:r>
              <a:rPr lang="zh-TW" altLang="en-US" dirty="0"/>
              <a:t>功能</a:t>
            </a:r>
          </a:p>
        </p:txBody>
      </p:sp>
      <p:sp>
        <p:nvSpPr>
          <p:cNvPr id="26" name="AutoShape 2" descr="pingpong image">
            <a:extLst>
              <a:ext uri="{FF2B5EF4-FFF2-40B4-BE49-F238E27FC236}">
                <a16:creationId xmlns:a16="http://schemas.microsoft.com/office/drawing/2014/main" id="{ABA71418-AC01-6851-AD46-1CD207E3BD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8" name="圖形 27">
            <a:extLst>
              <a:ext uri="{FF2B5EF4-FFF2-40B4-BE49-F238E27FC236}">
                <a16:creationId xmlns:a16="http://schemas.microsoft.com/office/drawing/2014/main" id="{3EBDABB4-778B-2AE6-3619-9F7F572D0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008" t="6323" r="8666" b="3801"/>
          <a:stretch>
            <a:fillRect/>
          </a:stretch>
        </p:blipFill>
        <p:spPr>
          <a:xfrm>
            <a:off x="7405395" y="1240971"/>
            <a:ext cx="4786605" cy="5617029"/>
          </a:xfrm>
          <a:prstGeom prst="rect">
            <a:avLst/>
          </a:prstGeom>
        </p:spPr>
      </p:pic>
      <p:graphicFrame>
        <p:nvGraphicFramePr>
          <p:cNvPr id="29" name="內容版面配置區 9">
            <a:extLst>
              <a:ext uri="{FF2B5EF4-FFF2-40B4-BE49-F238E27FC236}">
                <a16:creationId xmlns:a16="http://schemas.microsoft.com/office/drawing/2014/main" id="{B5F47470-0A16-051E-73B3-4037D228E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077002"/>
              </p:ext>
            </p:extLst>
          </p:nvPr>
        </p:nvGraphicFramePr>
        <p:xfrm>
          <a:off x="157472" y="1934784"/>
          <a:ext cx="7092414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98082">
                  <a:extLst>
                    <a:ext uri="{9D8B030D-6E8A-4147-A177-3AD203B41FA5}">
                      <a16:colId xmlns:a16="http://schemas.microsoft.com/office/drawing/2014/main" val="2477958489"/>
                    </a:ext>
                  </a:extLst>
                </a:gridCol>
                <a:gridCol w="4994332">
                  <a:extLst>
                    <a:ext uri="{9D8B030D-6E8A-4147-A177-3AD203B41FA5}">
                      <a16:colId xmlns:a16="http://schemas.microsoft.com/office/drawing/2014/main" val="3158721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外掛功能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15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板子接球</a:t>
                      </a:r>
                      <a:endParaRPr lang="zh-TW" altLang="en-US" b="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</a:t>
                      </a:r>
                      <a:r>
                        <a:rPr lang="en-US" altLang="zh-TW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的板子主動去追打玩家</a:t>
                      </a:r>
                      <a:r>
                        <a:rPr lang="en-US" altLang="zh-TW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打過來的球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257046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1805B3DE-30FB-755B-E74C-489D0E0BA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323302"/>
              </p:ext>
            </p:extLst>
          </p:nvPr>
        </p:nvGraphicFramePr>
        <p:xfrm>
          <a:off x="157472" y="3056161"/>
          <a:ext cx="7157728" cy="302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32585">
                  <a:extLst>
                    <a:ext uri="{9D8B030D-6E8A-4147-A177-3AD203B41FA5}">
                      <a16:colId xmlns:a16="http://schemas.microsoft.com/office/drawing/2014/main" val="4055835573"/>
                    </a:ext>
                  </a:extLst>
                </a:gridCol>
                <a:gridCol w="5225143">
                  <a:extLst>
                    <a:ext uri="{9D8B030D-6E8A-4147-A177-3AD203B41FA5}">
                      <a16:colId xmlns:a16="http://schemas.microsoft.com/office/drawing/2014/main" val="3427168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基礎功能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66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通關條件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通關條件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當玩家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分數達到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時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失敗條件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當玩家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分數達到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時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平手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球速超過 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00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每場遊戲開始時，都是由 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1P 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先發球，之後每個回合輪流發球。</a:t>
                      </a:r>
                    </a:p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球由板子的位置發出，可以選擇往左或往右發球。</a:t>
                      </a:r>
                      <a:endParaRPr lang="en-US" altLang="zh-TW" sz="1800" b="0" i="0" kern="1200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如果沒有在 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150 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影格內發球，則會隨機方向發球。</a:t>
                      </a:r>
                    </a:p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初始球速是每個影格 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(±7, ±7)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，發球後每 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100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 影格增加 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423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5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7E33B0C-1CAF-E161-DBB8-D038B98F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</a:t>
            </a: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D8FE9369-5F7B-9F51-2FFD-D227CB161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48" t="10891" r="15125" b="10545"/>
          <a:stretch>
            <a:fillRect/>
          </a:stretch>
        </p:blipFill>
        <p:spPr>
          <a:xfrm>
            <a:off x="838200" y="1231414"/>
            <a:ext cx="4088364" cy="505764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2B096EA-68D8-88DC-156F-F50C9DE2B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174186"/>
              </p:ext>
            </p:extLst>
          </p:nvPr>
        </p:nvGraphicFramePr>
        <p:xfrm>
          <a:off x="5278574" y="1964479"/>
          <a:ext cx="6075226" cy="179575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75226">
                  <a:extLst>
                    <a:ext uri="{9D8B030D-6E8A-4147-A177-3AD203B41FA5}">
                      <a16:colId xmlns:a16="http://schemas.microsoft.com/office/drawing/2014/main" val="4055835573"/>
                    </a:ext>
                  </a:extLst>
                </a:gridCol>
              </a:tblGrid>
              <a:tr h="402118"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切球機制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042728"/>
                  </a:ext>
                </a:extLst>
              </a:tr>
              <a:tr h="402118">
                <a:tc>
                  <a:txBody>
                    <a:bodyPr/>
                    <a:lstStyle/>
                    <a:p>
                      <a:pPr fontAlgn="base"/>
                      <a:r>
                        <a:rPr lang="zh-TW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球的 </a:t>
                      </a:r>
                      <a:r>
                        <a:rPr lang="en-US" altLang="zh-TW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zh-TW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軸 速度會因為接球時板子的移動方向而改變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178048"/>
                  </a:ext>
                </a:extLst>
              </a:tr>
              <a:tr h="991523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板子與球的移動方向相同，球的 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軸 速度會增加 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板子與球的移動方向相反，球會被打回反方向，速度不變</a:t>
                      </a:r>
                    </a:p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板子不動，球依照反彈原理反彈，速度不變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004902"/>
                  </a:ext>
                </a:extLst>
              </a:tr>
            </a:tbl>
          </a:graphicData>
        </a:graphic>
      </p:graphicFrame>
      <p:sp>
        <p:nvSpPr>
          <p:cNvPr id="8" name="標題 2">
            <a:extLst>
              <a:ext uri="{FF2B5EF4-FFF2-40B4-BE49-F238E27FC236}">
                <a16:creationId xmlns:a16="http://schemas.microsoft.com/office/drawing/2014/main" id="{236C46C1-87F9-76CF-C041-2C0D2C2374F7}"/>
              </a:ext>
            </a:extLst>
          </p:cNvPr>
          <p:cNvSpPr txBox="1">
            <a:spLocks/>
          </p:cNvSpPr>
          <p:nvPr/>
        </p:nvSpPr>
        <p:spPr>
          <a:xfrm>
            <a:off x="838200" y="330902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/>
              <a:t>功能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2674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A724890-F495-8499-B8B5-065DB8C2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000" dirty="0">
                <a:latin typeface="標楷體" panose="03000509000000000000" pitchFamily="65" charset="-120"/>
              </a:rPr>
              <a:t>訓練目標 </a:t>
            </a:r>
            <a:endParaRPr lang="en-US" altLang="zh-TW" sz="2000" dirty="0">
              <a:latin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000" dirty="0">
                <a:latin typeface="標楷體" panose="03000509000000000000" pitchFamily="65" charset="-120"/>
              </a:rPr>
              <a:t>    接到每次對手打過來的球</a:t>
            </a:r>
            <a:endParaRPr lang="en-US" altLang="zh-TW" sz="2000" dirty="0">
              <a:latin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4F22F49-DD13-F839-968B-F0EA3DEC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效能</a:t>
            </a:r>
          </a:p>
        </p:txBody>
      </p:sp>
    </p:spTree>
    <p:extLst>
      <p:ext uri="{BB962C8B-B14F-4D97-AF65-F5344CB8AC3E}">
        <p14:creationId xmlns:p14="http://schemas.microsoft.com/office/powerpoint/2010/main" val="184323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圖表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310A442D-1567-7164-0138-DB8381EB4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4" t="11963" r="16872" b="14745"/>
          <a:stretch>
            <a:fillRect/>
          </a:stretch>
        </p:blipFill>
        <p:spPr>
          <a:xfrm>
            <a:off x="1736609" y="1194318"/>
            <a:ext cx="8718781" cy="5452098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5B85EF7-039A-E826-9B18-55033B6C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收集訓練資料</a:t>
            </a:r>
          </a:p>
        </p:txBody>
      </p:sp>
    </p:spTree>
    <p:extLst>
      <p:ext uri="{BB962C8B-B14F-4D97-AF65-F5344CB8AC3E}">
        <p14:creationId xmlns:p14="http://schemas.microsoft.com/office/powerpoint/2010/main" val="389913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88190</TotalTime>
  <Words>237</Words>
  <Application>Microsoft Office PowerPoint</Application>
  <PresentationFormat>寬螢幕</PresentationFormat>
  <Paragraphs>41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標楷體</vt:lpstr>
      <vt:lpstr>Arial</vt:lpstr>
      <vt:lpstr>Calibri</vt:lpstr>
      <vt:lpstr>Times New Roman</vt:lpstr>
      <vt:lpstr>Office 佈景主題</vt:lpstr>
      <vt:lpstr>機器學習 乒乓球遊戲、打方塊</vt:lpstr>
      <vt:lpstr>功能</vt:lpstr>
      <vt:lpstr> </vt:lpstr>
      <vt:lpstr>效能</vt:lpstr>
      <vt:lpstr>收集訓練資料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MQTT</dc:title>
  <dc:creator>User</dc:creator>
  <cp:lastModifiedBy>C112112126</cp:lastModifiedBy>
  <cp:revision>3195</cp:revision>
  <dcterms:created xsi:type="dcterms:W3CDTF">2019-03-11T13:47:46Z</dcterms:created>
  <dcterms:modified xsi:type="dcterms:W3CDTF">2025-11-19T16:06:05Z</dcterms:modified>
</cp:coreProperties>
</file>